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>
                <a:latin typeface="Helvetica"/>
              </a:defRPr>
            </a:pPr>
            <a:r>
              <a:t>Smart Mining Equipment Monitoring &amp; Fault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latin typeface="Helvetica"/>
              </a:defRPr>
            </a:pPr>
            <a:r>
              <a:t>PL/SQL Oracle Database Solution with Business Intelligence Potential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Helvetica"/>
              </a:defRPr>
            </a:pPr>
            <a:r>
              <a:t>Problem Definition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Helvetica"/>
              </a:defRPr>
            </a:pPr>
            <a:r>
              <a:t>Frequent mining equipment failures cause downtime and safety risks.</a:t>
            </a:r>
          </a:p>
          <a:p>
            <a:pPr>
              <a:defRPr sz="1800">
                <a:latin typeface="Helvetica"/>
              </a:defRPr>
            </a:pPr>
            <a:r>
              <a:t>Maintenance is often reactive instead of predictive.</a:t>
            </a:r>
          </a:p>
          <a:p>
            <a:pPr>
              <a:defRPr sz="1800">
                <a:latin typeface="Helvetica"/>
              </a:defRPr>
            </a:pPr>
            <a:r>
              <a:t>Manual records make fault tracking and analysis difficult.</a:t>
            </a:r>
          </a:p>
          <a:p>
            <a:pPr>
              <a:defRPr sz="1800">
                <a:latin typeface="Helvetica"/>
              </a:defRPr>
            </a:pPr>
            <a:r>
              <a:t>System used in mining sites and control centers.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Helvetica"/>
              </a:defRPr>
            </a:pPr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Helvetica"/>
              </a:defRPr>
            </a:pPr>
            <a:r>
              <a:t>Mine Managers – operational oversight and compliance.</a:t>
            </a:r>
          </a:p>
          <a:p>
            <a:pPr>
              <a:defRPr sz="1800">
                <a:latin typeface="Helvetica"/>
              </a:defRPr>
            </a:pPr>
            <a:r>
              <a:t>Maintenance Engineers – fault repair and scheduling.</a:t>
            </a:r>
          </a:p>
          <a:p>
            <a:pPr>
              <a:defRPr sz="1800">
                <a:latin typeface="Helvetica"/>
              </a:defRPr>
            </a:pPr>
            <a:r>
              <a:t>Safety Officers – accident prevention.</a:t>
            </a:r>
          </a:p>
          <a:p>
            <a:pPr>
              <a:defRPr sz="1800">
                <a:latin typeface="Helvetica"/>
              </a:defRPr>
            </a:pPr>
            <a:r>
              <a:t>Operations Staff – daily equipment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Helvetica"/>
              </a:defRPr>
            </a:pPr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Helvetica"/>
              </a:defRPr>
            </a:pPr>
            <a:r>
              <a:t>Track equipment usage and operating hours.</a:t>
            </a:r>
          </a:p>
          <a:p>
            <a:pPr>
              <a:defRPr sz="1800">
                <a:latin typeface="Helvetica"/>
              </a:defRPr>
            </a:pPr>
            <a:r>
              <a:t>Automatically log faults using PL/SQL triggers.</a:t>
            </a:r>
          </a:p>
          <a:p>
            <a:pPr>
              <a:defRPr sz="1800">
                <a:latin typeface="Helvetica"/>
              </a:defRPr>
            </a:pPr>
            <a:r>
              <a:t>Schedule and manage preventive maintenance.</a:t>
            </a:r>
          </a:p>
          <a:p>
            <a:pPr>
              <a:defRPr sz="1800">
                <a:latin typeface="Helvetica"/>
              </a:defRPr>
            </a:pPr>
            <a:r>
              <a:t>Improve safety and reduce operational downtime.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latin typeface="Helvetica"/>
              </a:defRPr>
            </a:pPr>
            <a:r>
              <a:t>Business Intelligence (BI)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Helvetica"/>
              </a:defRPr>
            </a:pPr>
            <a:r>
              <a:t>Analyze failure patterns using analytical functions.</a:t>
            </a:r>
          </a:p>
          <a:p>
            <a:pPr>
              <a:defRPr sz="1800">
                <a:latin typeface="Helvetica"/>
              </a:defRPr>
            </a:pPr>
            <a:r>
              <a:t>Predict high-risk equipment before breakdown.</a:t>
            </a:r>
          </a:p>
          <a:p>
            <a:pPr>
              <a:defRPr sz="1800">
                <a:latin typeface="Helvetica"/>
              </a:defRPr>
            </a:pPr>
            <a:r>
              <a:t>Generate maintenance and downtime reports.</a:t>
            </a:r>
          </a:p>
          <a:p>
            <a:pPr>
              <a:defRPr sz="1800">
                <a:latin typeface="Helvetica"/>
              </a:defRPr>
            </a:pPr>
            <a:r>
              <a:t>Support data-driven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